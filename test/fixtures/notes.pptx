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8" r:id="rId10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冒頭のメモ</a:t>
            </a:r>
          </a:p>
          <a:p>
            <a:r>
              <a:t>```mermaid</a:t>
            </a:r>
          </a:p>
          <a:p>
            <a:r>
              <a:t>sequenceDiagram</a:t>
            </a:r>
          </a:p>
          <a:p>
            <a:r>
              <a:t>  User-&gt;&gt;App: ログイン</a:t>
            </a:r>
          </a:p>
          <a:p>
            <a:r>
              <a:t>  App--&gt;&gt;User: OK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```mermaid id=flow</a:t>
            </a:r>
            <a:br/>
            <a:r>
              <a:t>flowchart LR</a:t>
            </a:r>
            <a:br/>
            <a:r>
              <a:t>  A[“開始”] --&gt; B</a:t>
            </a:r>
            <a:br/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
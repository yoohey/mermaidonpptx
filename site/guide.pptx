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このガイドの図はすべて、各スライドのノートに書いた Mermaid から作っています。アドインを入れると、ノートを直して「図を生成」で図を更新できます。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 から受け取ったコードは、そのままノートに貼り付けるだけで図になります。
```mermaid id=llm
sequenceDiagram
  participant U as あなた
  participant L as LLM
  participant P as PowerPoint
  U-&gt;&gt;L: この流れを Mermaid で書いて
  L--&gt;&gt;U: Mermaid のコード
  U-&gt;&gt;P: ノートに貼って「図を生成」
  P--&gt;&gt;U: スライドに図（コードはノートに残る）
```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ボタンを押すたびに、ノートと図を突き合わせて更新します。
```mermaid id=flow
flowchart LR
  A["ノートに&lt;br/&gt;Mermaid を書く"] --&gt; B["「図を生成」&lt;br/&gt;を押す"]
  B --&gt; C["スライドに&lt;br/&gt;図が入る"]
  C -. "ノートを直して&lt;br/&gt;もう一度押す" .-&gt; A
```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Microsoft の「共有フォルダーからの読み込み」と同じ手順です。メニュー名は版によって「セキュリティ センター」のこともあります。
所属する組織のポリシーなどによっては、アドインが使えない場合があります。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画面は実際の操作を録画したものです（スライドショーや編集画面で動きます）。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左の例をノートに貼り付けて「図を生成」を押すと、シーケンス図ができます。
1つのノートにブロックをいくつでも書けます。ブロックごとに別の図になり、メモと混ぜて書けます。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Mermaid グループはホームタブの右端にあります。
時間がかかるとき（0.3 秒以上）は、パネルに進み具合とキャンセルボタンが出ます。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時間がかかるとき（0.3 秒以上）は、パネルに進み具合とキャンセルボタンが出ます。
「変更が無い図も作り直す」に☑すると、変更が無い図も作り直します。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構文エラーのブロックは図に触らず、ほかのブロックだけを処理します。
図の大きさを変えたときは、大きさも「前と違う」に入ります（次の枚を参照）。
```mermaid id=update
flowchart LR
  N["ノートの&lt;br/&gt;mermaid ブロック"] --&gt; Q1{"同じ id の図が&lt;br/&gt;ある？"}
  Q1 -- ない --&gt; ADD["新しく図を入れる"]
  Q1 -- ある --&gt; Q2{"コード・テーマ・&lt;br/&gt;大きさが前と同じ？"}
  Q2 -- 同じ --&gt; KEEP["何もしない"]
  Q2 -- 違う --&gt; REP["位置と大きさを保って&lt;br/&gt;置き換える"]
```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PowerPoint で図を引き伸ばすと文字も伸びてしまいますが、作り直すと文字は指定の大きさに戻ります。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ノートを書き換えて図の形が変わったときは、重ねた図形の位置は自分で合わせてください。グループは 1 段まで対応しています。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このスライドの見本はテーマを比べるための画像で、アドインの管理対象ではありません。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不具合や要望は GitHub（github.com/yoohey/mermaidOnPptx）の Issue へお願いします。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ご意見は GitHub の Issue 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Mermaid on PowerPoint 利用ガイド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Relationship Id="rId4" Type="http://schemas.openxmlformats.org/officeDocument/2006/relationships/image" Target="../media/m4p-llm.svg"/><Relationship Id="rId5" Type="http://schemas.openxmlformats.org/officeDocument/2006/relationships/tags" Target="../tags/ta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m4p-flow.svg"/><Relationship Id="rId5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yoohey.github.io/mermaidOnPptx/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m4p-update.svg"/><Relationship Id="rId5" Type="http://schemas.openxmlformats.org/officeDocument/2006/relationships/tags" Target="../tags/tag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Relationship Id="rId7" Type="http://schemas.openxmlformats.org/officeDocument/2006/relationships/image" Target="../media/m4p-t_modern.svg"/><Relationship Id="rId8" Type="http://schemas.openxmlformats.org/officeDocument/2006/relationships/image" Target="../media/m4p-t_mono.svg"/><Relationship Id="rId9" Type="http://schemas.openxmlformats.org/officeDocument/2006/relationships/image" Target="../media/m4p-t_navy.svg"/><Relationship Id="rId10" Type="http://schemas.openxmlformats.org/officeDocument/2006/relationships/image" Target="../media/m4p-t_default.sv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yoohey.github.io/mermaidOnPptx/" TargetMode="External"/><Relationship Id="rId2" Type="http://schemas.openxmlformats.org/officeDocument/2006/relationships/hyperlink" Target="https://github.com/yoohey/mermaidOnPptx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PowerPoint アドイン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659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Mermaid on PowerPoint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971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ノートに書いた Mermaid が、そのまま図になる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937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利用ガイド ／ v1.1.0（2026年10月）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349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非公式のアドインです。Mermaid プロジェクトおよび Mermaid Chart 社とは関係ありません。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LLM が書いた図を、コードごと残す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LLM に Mermaid を書かせて、画像にして貼る。便利ですが…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元のコードはチャットの履歴の中。後から探せない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頼み直すと、似ているけれど違う図が出てくる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受け取った人は、図を直せない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コードをノートに貼っておけば、いつでも同じ図を作り直せます。</a:t>
            </a:r>
            <a:endParaRPr lang="en-US" sz="1600" dirty="0"/>
          </a:p>
        </p:txBody>
      </p:sp>
      <p:pic>
        <p:nvPicPr>
          <p:cNvPr id="4" name="Mermaid: llm" descr="sequenceDiagram&#10;  participant U as あなた&#10;  participant L as LLM&#10;  participant P as PowerPoint&#10;  U-&gt;&gt;L: この流れを Mermaid で書いて&#10;  L--&gt;&gt;U: Mermaid のコード&#10;  U-&gt;&gt;P: ノートに貼って「図を生成」&#10;  P--&gt;&gt;U: スライドに図（コードはノートに残る）" title="Mermaid: llm">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0" y="2259124"/>
            <a:ext cx="5943600" cy="29798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しくみはシンプル</a:t>
            </a:r>
            <a:endParaRPr lang="en-US" sz="3200" dirty="0"/>
          </a:p>
        </p:txBody>
      </p:sp>
      <p:pic>
        <p:nvPicPr>
          <p:cNvPr id="3" name="Mermaid: flow" descr="flowchart LR&#10;  A[&quot;ノートに&lt;br/&gt;Mermaid を書く&quot;] --&gt; B[&quot;「図を生成」&lt;br/&gt;を押す&quot;]&#10;  B --&gt; C[&quot;スライドに&lt;br/&gt;図が入る&quot;]&#10;  C -. &quot;ノートを直して&lt;br/&gt;もう一度押す&quot; .-&gt; A" title="Mermaid: flow">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25062" y="1325880"/>
            <a:ext cx="8511396" cy="2286000"/>
          </a:xfrm>
          <a:prstGeom prst="rect">
            <a:avLst/>
          </a:prstGeom>
        </p:spPr>
      </p:pic>
      <p:sp>
        <p:nvSpPr>
          <p:cNvPr id="4" name="card"/>
          <p:cNvSpPr/>
          <p:nvPr/>
        </p:nvSpPr>
        <p:spPr>
          <a:xfrm>
            <a:off x="548640" y="3977640"/>
            <a:ext cx="351525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416052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ノートが正本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4663440"/>
            <a:ext cx="30580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図のコードはノートに残ります。図とコードが pptx 1ファイルにそろいます。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338218" y="3977640"/>
            <a:ext cx="351525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66818" y="416052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アドインが無くても見える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566818" y="4663440"/>
            <a:ext cx="30580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図はふつうの画像（SVG）です。アドインが無い人が開いても表示されます。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127797" y="3977640"/>
            <a:ext cx="351525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356397" y="416052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外部に送らない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356397" y="4663440"/>
            <a:ext cx="30580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描画は PowerPoint の中で行います。図の内容をサーバーに送りません。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導入する（Windows）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3258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manifest.xml をダウンロード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373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配布ページ yoohey.github.io/mermaidOnPptx から manifest.xml を入手し、PC 上のフォルダーに入れます。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4231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フォルダーを共有する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8346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フォルダーを右クリック →［プロパティ］→［共有］タブ →［共有］。表示されたネットワーク パス（\\PC名\フォルダー名）を控えます。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5661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520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信頼されているカタログに登録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9319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［ファイル］→［オプション］→［トラスト センター］→［トラスト センターの設定］→［信頼されているアドイン カタログ］に、控えたパスを追加し「メニューに表示する」をオン。PowerPoint を開き直します。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6634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663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6177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アドインを追加する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029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［ホーム］→［アドイン］→［詳細設定］→［共有フォルダー］から「Mermaid on PowerPoint」を追加します。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詳しい手順・スクリプトでまとめて設定する方法: </a:t>
            </a:r>
            <a:pPr indent="0" marL="0">
              <a:buNone/>
            </a:pPr>
            <a:r>
              <a:rPr lang="en-US" sz="1400" u="sng" dirty="0">
                <a:solidFill>
                  <a:srgbClr val="000000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yoohey.github.io/mermaidOnPptx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使ってみる</a:t>
            </a:r>
            <a:endParaRPr lang="en-US" sz="3200" dirty="0"/>
          </a:p>
        </p:txBody>
      </p:sp>
      <p:pic>
        <p:nvPicPr>
          <p:cNvPr id="3" name="Image 0" descr="画面: A-he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2824"/>
            <a:ext cx="7863840" cy="46724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412824"/>
            <a:ext cx="7863840" cy="4672432"/>
          </a:xfrm>
          <a:prstGeom prst="rect">
            <a:avLst/>
          </a:prstGeom>
          <a:ln w="9525">
            <a:solidFill>
              <a:srgbClr val="CBD5E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732520" y="1463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7325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9372600" y="1463040"/>
            <a:ext cx="2270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ノートに貼る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732520" y="2057400"/>
            <a:ext cx="2910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LLM などで書いた Mermaid を、```mermaid で囲んでノートに貼ります。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732520" y="3017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7325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9372600" y="3017520"/>
            <a:ext cx="2270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「図を生成」を押す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3611880"/>
            <a:ext cx="2910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ホームタブの Mermaid グループにあります。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732520" y="45720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732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372600" y="4572000"/>
            <a:ext cx="2270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スライドに図が入る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732520" y="5166360"/>
            <a:ext cx="2910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コードはノートに残るので、直してもう一度押せば作り直せます。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ノートの書き方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669280" cy="356616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9164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発表者メモは自由に書けます。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```mermaid id=login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sequenceDiagram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User-&gt;&gt;App: ログイン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App--&gt;&gt;User: OK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```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675120" y="1417320"/>
            <a:ext cx="4967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id= で図に名前を付ける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828800"/>
            <a:ext cx="4967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省略すると出現順に 1, 2, …。並べ替えるなら付けておくと安心です。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2560320"/>
            <a:ext cx="4967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fontsize= で文字の大きさ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971800"/>
            <a:ext cx="4967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id=login fontsize=18 のように pt で指定。省略時はパネルの設定（既定 14pt）。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3703320"/>
            <a:ext cx="4967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全角の ｀｀｀ や “ ” も OK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4114800"/>
            <a:ext cx="4967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日本語入力のまま書いても自動で直します。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4846320"/>
            <a:ext cx="4967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図ごとにテーマを変える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5257800"/>
            <a:ext cx="4967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先頭に %%{init: {"theme": "forest"}}%% と書きます。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ホームタブの3つのボタン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図を生成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表示中のスライドの図を作る・更新する。いちばんよく使うボタンです。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38218" y="1463040"/>
            <a:ext cx="3515258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4612538" y="17373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12538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24688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全スライドを更新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31546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すべてのスライドで同じことをします。テーマを変えた後にも使います。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27797" y="1463040"/>
            <a:ext cx="3515258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8402117" y="17373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02117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24688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パネルを表示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02117" y="31546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テーマと文字の大きさを選ぶ、結果を確認する、「変更が無い図も作り直す」を指定する。</a:t>
            </a:r>
            <a:endParaRPr lang="en-US" sz="1500" dirty="0"/>
          </a:p>
        </p:txBody>
      </p:sp>
      <p:pic>
        <p:nvPicPr>
          <p:cNvPr id="18" name="Image 0" descr="画面: E-ribbon-lar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37760"/>
            <a:ext cx="1703070" cy="11887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48640" y="4937760"/>
            <a:ext cx="1703070" cy="1188720"/>
          </a:xfrm>
          <a:prstGeom prst="rect">
            <a:avLst/>
          </a:prstGeom>
          <a:ln w="9525">
            <a:solidFill>
              <a:srgbClr val="CBD5E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560320" y="5029200"/>
            <a:ext cx="9082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3"/>
                </a:solidFill>
              </a:rPr>
              <a:t>ホームタブの右端に、この 3 つのボタンが並びます。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3"/>
                </a:solidFill>
              </a:rPr>
              <a:t>エラーがあるときは、パネルが自動で開いてノートの何行目かを表示します。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パネルで選べること</a:t>
            </a:r>
            <a:endParaRPr lang="en-US" sz="3200" dirty="0"/>
          </a:p>
        </p:txBody>
      </p:sp>
      <p:pic>
        <p:nvPicPr>
          <p:cNvPr id="3" name="Image 0" descr="画面: E-pan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3875"/>
            <a:ext cx="6949440" cy="487033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313875"/>
            <a:ext cx="6949440" cy="4870330"/>
          </a:xfrm>
          <a:prstGeom prst="rect">
            <a:avLst/>
          </a:prstGeom>
          <a:ln w="9525">
            <a:solidFill>
              <a:srgbClr val="CBD5E1"/>
            </a:solidFill>
            <a:prstDash val="solid"/>
          </a:ln>
        </p:spPr>
      </p:sp>
      <p:sp>
        <p:nvSpPr>
          <p:cNvPr id="5" name="card"/>
          <p:cNvSpPr/>
          <p:nvPr/>
        </p:nvSpPr>
        <p:spPr>
          <a:xfrm>
            <a:off x="7863840" y="1325880"/>
            <a:ext cx="3779215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092440" y="1508760"/>
            <a:ext cx="3322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テーマ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011680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モダン（既定）・モノトーン・ネイビー・テンプレートの色・カスタムなど。プレゼンごとに保存されます。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7863840" y="2971800"/>
            <a:ext cx="3779215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92440" y="3154680"/>
            <a:ext cx="3322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文字の大きさ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3657600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10〜32pt（既定 14pt）。図ごとに変えるならノートに fontsize= を書きます。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7863840" y="4617720"/>
            <a:ext cx="3779215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92440" y="4800600"/>
            <a:ext cx="3322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サンプル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5303520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主な図の最小構成。「コピー」でノートに貼れる形でコピーできます。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図はこう更新されます</a:t>
            </a:r>
            <a:endParaRPr lang="en-US" sz="3200" dirty="0"/>
          </a:p>
        </p:txBody>
      </p:sp>
      <p:pic>
        <p:nvPicPr>
          <p:cNvPr id="3" name="Mermaid: update" descr="flowchart LR&#10;  N[&quot;ノートの&lt;br/&gt;mermaid ブロック&quot;] --&gt; Q1{&quot;同じ id の図が&lt;br/&gt;ある？&quot;}&#10;  Q1 -- ない --&gt; ADD[&quot;新しく図を入れる&quot;]&#10;  Q1 -- ある --&gt; Q2{&quot;コード・テーマ・&lt;br/&gt;大きさが前と同じ？&quot;}&#10;  Q2 -- 同じ --&gt; KEEP[&quot;何もしない&quot;]&#10;  Q2 -- 違う --&gt; REP[&quot;位置と大きさを保って&lt;br/&gt;置き換える&quot;]" title="Mermaid: update">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90705" y="1325880"/>
            <a:ext cx="9810285" cy="3108960"/>
          </a:xfrm>
          <a:prstGeom prst="rect">
            <a:avLst/>
          </a:prstGeom>
        </p:spPr>
      </p:pic>
      <p:sp>
        <p:nvSpPr>
          <p:cNvPr id="4" name="card"/>
          <p:cNvSpPr/>
          <p:nvPr/>
        </p:nvSpPr>
        <p:spPr>
          <a:xfrm>
            <a:off x="548640" y="4572000"/>
            <a:ext cx="351525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475488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何度押しても安心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257800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変更が無い図には触りません。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338218" y="4572000"/>
            <a:ext cx="351525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66818" y="475488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コピーした図もまとめて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566818" y="5257800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同じスライドの同じ id の図はすべて更新します。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127797" y="4572000"/>
            <a:ext cx="351525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356397" y="475488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消さない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356397" y="5257800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ノートから消したブロックの図は残し、「対応なし」と表示します。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大きさを変えても、文字はそのまま</a:t>
            </a:r>
            <a:endParaRPr lang="en-US" sz="3200" dirty="0"/>
          </a:p>
        </p:txBody>
      </p:sp>
      <p:pic>
        <p:nvPicPr>
          <p:cNvPr id="3" name="Image 0" descr="画面: C-resiz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40739"/>
            <a:ext cx="7863840" cy="481660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340739"/>
            <a:ext cx="7863840" cy="4816602"/>
          </a:xfrm>
          <a:prstGeom prst="rect">
            <a:avLst/>
          </a:prstGeom>
          <a:ln w="9525">
            <a:solidFill>
              <a:srgbClr val="CBD5E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463040"/>
            <a:ext cx="291053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図の角をドラッグして広げ、もう一度「図を生成」。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文字の大きさは変えずに、箱と箱の間を広げて枠いっぱいに描き直します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収まらないときは縮め、縮めても横いっぱいに広げます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円グラフ・マインドマップ、縦一列の図の幅は広がりません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図に重ねた丸や矢印は、そのまま</a:t>
            </a:r>
            <a:endParaRPr lang="en-US" sz="3200" dirty="0"/>
          </a:p>
        </p:txBody>
      </p:sp>
      <p:pic>
        <p:nvPicPr>
          <p:cNvPr id="3" name="Image 0" descr="画面: L-over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99" y="1280160"/>
            <a:ext cx="11073296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59199" y="1280160"/>
            <a:ext cx="11073296" cy="4206240"/>
          </a:xfrm>
          <a:prstGeom prst="rect">
            <a:avLst/>
          </a:prstGeom>
          <a:ln w="9525">
            <a:solidFill>
              <a:srgbClr val="CBD5E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623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作り直した図は前と同じ重なり順に入るので、上に描いた図形は隠れません。図と図形をグループにしたままでも作り直せます。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テーマを選べる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64328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モダン（青）・既定</a:t>
            </a:r>
            <a:endParaRPr lang="en-US" sz="1600" dirty="0"/>
          </a:p>
        </p:txBody>
      </p:sp>
      <p:pic>
        <p:nvPicPr>
          <p:cNvPr id="5" name="テーマ見本" descr="テーマ見本: modern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4400" y="2216033"/>
            <a:ext cx="4632808" cy="78001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78728" y="1371600"/>
            <a:ext cx="5364328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53048" y="15544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モノトーン</a:t>
            </a:r>
            <a:endParaRPr lang="en-US" sz="1600" dirty="0"/>
          </a:p>
        </p:txBody>
      </p:sp>
      <p:pic>
        <p:nvPicPr>
          <p:cNvPr id="8" name="テーマ見本" descr="テーマ見本: mono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44488" y="2216033"/>
            <a:ext cx="4632808" cy="78001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48640" y="3703320"/>
            <a:ext cx="5364328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38862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ネイビー</a:t>
            </a:r>
            <a:endParaRPr lang="en-US" sz="1600" dirty="0"/>
          </a:p>
        </p:txBody>
      </p:sp>
      <p:pic>
        <p:nvPicPr>
          <p:cNvPr id="11" name="テーマ見本" descr="テーマ見本: navy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4400" y="4547753"/>
            <a:ext cx="4632808" cy="780014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278728" y="3703320"/>
            <a:ext cx="5364328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53048" y="38862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mermaid 標準（default）</a:t>
            </a:r>
            <a:endParaRPr lang="en-US" sz="1600" dirty="0"/>
          </a:p>
        </p:txBody>
      </p:sp>
      <p:pic>
        <p:nvPicPr>
          <p:cNvPr id="14" name="テーマ見本" descr="テーマ見本: default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44488" y="4547753"/>
            <a:ext cx="4632808" cy="78001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ほかに neutral / dark / forest。テーマはプレゼンごとに保存されます。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知っておきたいこと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5364328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490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対応環境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Windows 版 PowerPoint（Microsoft 365）で確認しています。Mac・Web 版は未確認です。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6278728" y="1417320"/>
            <a:ext cx="5364328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07328" y="1600200"/>
            <a:ext cx="490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図は画像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507328" y="2103120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PowerPoint の図形として部分的に編集はできません。直すときはノートを直します。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548640" y="3703320"/>
            <a:ext cx="5364328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886200"/>
            <a:ext cx="490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余白はクリックできない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389120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図を選ぶときは、線や文字の部分をクリックしてください。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6278728" y="3703320"/>
            <a:ext cx="5364328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7328" y="3886200"/>
            <a:ext cx="490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「アドイン エラー」と出たら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507328" y="4389120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アドインを読み込めなかったときの表示です。図とノートはそのまま残っています。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このガイドも、ノートの Mermaid で作りました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88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2・3・9枚目のノートを開いてみてください。アドインを入れて、ノートを直して「図を生成」を押すと図が変わります。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現在は作者が自分で使いながら試している段階です。予告なく仕様の変更や配信の停止をすることがあります。MIT ライセンスのとおり無保証です。それでもよければ、どうぞお試しください。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6634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yoohey.github.io/mermaidOnPptx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github.com/yoohey/mermaidOnPptx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MIT License ／ 非公式（Mermaid プロジェクト・Mermaid Chart 社とは無関係）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M4P_ID" val="llm"/>
  <p:tag name="M4P_SRC" val="sequenceDiagram&#10;  participant U as あなた&#10;  participant L as LLM&#10;  participant P as PowerPoint&#10;  U-&gt;&gt;L: この流れを Mermaid で書いて&#10;  L--&gt;&gt;U: Mermaid のコード&#10;  U-&gt;&gt;P: ノートに貼って「図を生成」&#10;  P--&gt;&gt;U: スライドに図（コードはノートに残る）"/>
  <p:tag name="M4P_HASH" val="2682bd578fb2a0f3"/>
  <p:tag name="M4P_VER" val="1"/>
  <p:tag name="M4P_MERMAID" val="11.12.0"/>
  <p:tag name="M4P_THEME" val="modern"/>
</p:tagLst>
</file>

<file path=ppt/tags/tag2.xml><?xml version="1.0" encoding="utf-8"?>
<p:tagLst xmlns:p="http://schemas.openxmlformats.org/presentationml/2006/main">
  <p:tag name="M4P_ID" val="flow"/>
  <p:tag name="M4P_SRC" val="flowchart LR&#10;  A[&quot;ノートに&lt;br/&gt;Mermaid を書く&quot;] --&gt; B[&quot;「図を生成」&lt;br/&gt;を押す&quot;]&#10;  B --&gt; C[&quot;スライドに&lt;br/&gt;図が入る&quot;]&#10;  C -. &quot;ノートを直して&lt;br/&gt;もう一度押す&quot; .-&gt; A"/>
  <p:tag name="M4P_HASH" val="03331f1b22b2727f"/>
  <p:tag name="M4P_VER" val="1"/>
  <p:tag name="M4P_MERMAID" val="11.12.0"/>
  <p:tag name="M4P_THEME" val="modern"/>
</p:tagLst>
</file>

<file path=ppt/tags/tag3.xml><?xml version="1.0" encoding="utf-8"?>
<p:tagLst xmlns:p="http://schemas.openxmlformats.org/presentationml/2006/main">
  <p:tag name="M4P_ID" val="update"/>
  <p:tag name="M4P_SRC" val="flowchart LR&#10;  N[&quot;ノートの&lt;br/&gt;mermaid ブロック&quot;] --&gt; Q1{&quot;同じ id の図が&lt;br/&gt;ある？&quot;}&#10;  Q1 -- ない --&gt; ADD[&quot;新しく図を入れる&quot;]&#10;  Q1 -- ある --&gt; Q2{&quot;コード・テーマ・&lt;br/&gt;大きさが前と同じ？&quot;}&#10;  Q2 -- 同じ --&gt; KEEP[&quot;何もしない&quot;]&#10;  Q2 -- 違う --&gt; REP[&quot;位置と大きさを保って&lt;br/&gt;置き換える&quot;]"/>
  <p:tag name="M4P_HASH" val="e991a24a411a8db9"/>
  <p:tag name="M4P_VER" val="1"/>
  <p:tag name="M4P_MERMAID" val="11.12.0"/>
  <p:tag name="M4P_THEME" val="modern"/>
</p:tagLst>
</file>

<file path=ppt/theme/theme1.xml><?xml version="1.0" encoding="utf-8"?>
<a:theme xmlns:a="http://schemas.openxmlformats.org/drawingml/2006/main" name="m4p guide">
  <a:themeElements>
    <a:clrScheme name="m4p guide">
      <a:dk1>
        <a:srgbClr val="1F2937"/>
      </a:dk1>
      <a:lt1>
        <a:srgbClr val="FFFFFF"/>
      </a:lt1>
      <a:dk2>
        <a:srgbClr val="1E3A5F"/>
      </a:dk2>
      <a:lt2>
        <a:srgbClr val="EEF3F9"/>
      </a:lt2>
      <a:accent1>
        <a:srgbClr val="2F6FB3"/>
      </a:accent1>
      <a:accent2>
        <a:srgbClr val="E07B24"/>
      </a:accent2>
      <a:accent3>
        <a:srgbClr val="64748B"/>
      </a:accent3>
      <a:accent4>
        <a:srgbClr val="DBEAFE"/>
      </a:accent4>
      <a:accent5>
        <a:srgbClr val="FDEBD8"/>
      </a:accent5>
      <a:accent6>
        <a:srgbClr val="16A34A"/>
      </a:accent6>
      <a:hlink>
        <a:srgbClr val="2F6FB3"/>
      </a:hlink>
      <a:folHlink>
        <a:srgbClr val="6B21A8"/>
      </a:folHlink>
    </a:clrScheme>
    <a:fontScheme name="m4p guid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Mermaid on PowerPoint 利用ガイド</dc:title>
  <dc:subject>PptxGenJS Presentation</dc:subject>
  <dc:creator>PptxGenJS</dc:creator>
  <cp:lastModifiedBy>PptxGenJS</cp:lastModifiedBy>
  <cp:revision>1</cp:revision>
  <dcterms:created xsi:type="dcterms:W3CDTF">2026-10-30T15:32:09Z</dcterms:created>
  <dcterms:modified xsi:type="dcterms:W3CDTF">2026-10-30T15:32:09Z</dcterms:modified>
</cp:coreProperties>
</file>
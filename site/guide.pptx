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このガイドの図はすべて、各スライドのノートに書いた Mermaid から作っています。アドインを入れると、ノートを直して「図を生成」で図を更新できます。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から受け取ったコードは、そのままノートに貼り付けるだけで図になります。
```mermaid id=llm
sequenceDiagram
  participant U as あなた
  participant L as LLM
  participant P as PowerPoint
  U-&gt;&gt;L: この流れを Mermaid で書いて
  L--&gt;&gt;U: Mermaid のコード
  U-&gt;&gt;P: ノートに貼って「図を生成」
  P--&gt;&gt;U: スライドに図（コードはノートに残る）
```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ボタンを押すたびに、ノートと図を突き合わせて更新します。
```mermaid id=flow
flowchart LR
  A["ノートに&lt;br/&gt;Mermaid を書く"] --&gt; B["「図を生成」&lt;br/&gt;を押す"]
  B --&gt; C["スライドに&lt;br/&gt;図が入る"]
  C -. "ノートを直して&lt;br/&gt;もう一度押す" .-&gt; A
```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の「共有フォルダーからの読み込み」と同じ手順です。メニュー名は版によって「セキュリティ センター」のこともあります。
所属する組織のポリシーなどによっては、アドインが使えない場合があります。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左の例をノートに貼り付けて「図を生成」を押すと、シーケンス図ができます。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グループはホームタブの右端にあります。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構文エラーのブロックは図に触らず、ほかのブロックだけを処理します。
```mermaid id=update
flowchart LR
  N["ノートの&lt;br/&gt;mermaid ブロック"] --&gt; Q1{"同じ id の図が&lt;br/&gt;ある？"}
  Q1 -- ない --&gt; ADD["新しく図を入れる"]
  Q1 -- ある --&gt; Q2{"コードとテーマが&lt;br/&gt;前と同じ？"}
  Q2 -- 同じ --&gt; KEEP["何もしない"]
  Q2 -- 違う --&gt; REP["位置と横幅を保って&lt;br/&gt;置き換える"]
```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このスライドの見本はテーマを比べるための画像で、アドインの管理対象ではありません。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不具合や要望は GitHub（github.com/yoohey/mermaidOnPptx）の Issue へお願いします。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ご意見は GitHub の Issue 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Mermaid on PowerPoint 利用ガイド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m4p-llm.svg"/><Relationship Id="rId5" Type="http://schemas.openxmlformats.org/officeDocument/2006/relationships/tags" Target="../tags/ta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m4p-flow.svg"/><Relationship Id="rId5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yoohey.github.io/mermaidOnPptx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m4p-update.svg"/><Relationship Id="rId5" Type="http://schemas.openxmlformats.org/officeDocument/2006/relationships/tags" Target="../tags/tag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Relationship Id="rId7" Type="http://schemas.openxmlformats.org/officeDocument/2006/relationships/image" Target="../media/m4p-t_modern.svg"/><Relationship Id="rId8" Type="http://schemas.openxmlformats.org/officeDocument/2006/relationships/image" Target="../media/m4p-t_mono.svg"/><Relationship Id="rId9" Type="http://schemas.openxmlformats.org/officeDocument/2006/relationships/image" Target="../media/m4p-t_navy.svg"/><Relationship Id="rId10" Type="http://schemas.openxmlformats.org/officeDocument/2006/relationships/image" Target="../media/m4p-t_default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yoohey.github.io/mermaidOnPptx/" TargetMode="External"/><Relationship Id="rId2" Type="http://schemas.openxmlformats.org/officeDocument/2006/relationships/hyperlink" Target="https://github.com/yoohey/mermaidOnPptx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PowerPoint アドイン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Mermaid on PowerPoint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ノートに書いた Mermaid が、そのまま図になる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利用ガイド ／ 2026年10月版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非公式のアドインです。Mermaid プロジェクトおよび Mermaid Chart 社とは関係ありません。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LLM が書いた図を、コードごと残す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LLM に Mermaid を書かせて、画像にして貼る。便利ですが…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元のコードはチャットの履歴の中。後から探せない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頼み直すと、似ているけれど違う図が出てくる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受け取った人は、図を直せない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コードをノートに貼っておけば、いつでも同じ図を作り直せます。</a:t>
            </a:r>
            <a:endParaRPr lang="en-US" sz="1600" dirty="0"/>
          </a:p>
        </p:txBody>
      </p:sp>
      <p:pic>
        <p:nvPicPr>
          <p:cNvPr id="4" name="Mermaid: llm" descr="sequenceDiagram&#10;  participant U as あなた&#10;  participant L as LLM&#10;  participant P as PowerPoint&#10;  U-&gt;&gt;L: この流れを Mermaid で書いて&#10;  L--&gt;&gt;U: Mermaid のコード&#10;  U-&gt;&gt;P: ノートに貼って「図を生成」&#10;  P--&gt;&gt;U: スライドに図（コードはノートに残る）" title="Mermaid: llm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0" y="2259124"/>
            <a:ext cx="5943600" cy="29798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しくみはシンプル</a:t>
            </a:r>
            <a:endParaRPr lang="en-US" sz="3200" dirty="0"/>
          </a:p>
        </p:txBody>
      </p:sp>
      <p:pic>
        <p:nvPicPr>
          <p:cNvPr id="3" name="Mermaid: flow" descr="flowchart LR&#10;  A[&quot;ノートに&lt;br/&gt;Mermaid を書く&quot;] --&gt; B[&quot;「図を生成」&lt;br/&gt;を押す&quot;]&#10;  B --&gt; C[&quot;スライドに&lt;br/&gt;図が入る&quot;]&#10;  C -. &quot;ノートを直して&lt;br/&gt;もう一度押す&quot; .-&gt; A" title="Mermaid: flow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5062" y="1325880"/>
            <a:ext cx="8511396" cy="228600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1605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ノートが正本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66344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図のコードはノートに残ります。図とコードが pptx 1ファイルにそろいます。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66818" y="41605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アドインが無くても見える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66818" y="466344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図はふつうの画像（SVG）です。アドインが無い人が開いても表示されます。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56397" y="41605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外部に送らない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56397" y="466344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描画は PowerPoint の中で行います。図の内容をサーバーに送りません。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導入する（Windows）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manifest.xml をダウンロード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配布ページ yoohey.github.io/mermaidOnPptx から manifest.xml を入手し、PC 上のフォルダーに入れます。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フォルダーを共有する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34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フォルダーを右クリック →［プロパティ］→［共有］タブ →［共有］。表示されたネットワーク パス（\\PC名\フォルダー名）を控えます。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信頼されているカタログに登録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31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［ファイル］→［オプション］→［トラスト センター］→［トラスト センターの設定］→［信頼されているアドイン カタログ］に、控えたパスを追加し「メニューに表示する」をオン。PowerPoint を開き直します。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617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アドインを追加する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29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［ホーム］→［アドイン］→［詳細設定］→［共有フォルダー］から「Mermaid on PowerPoint」を追加します。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詳しい手順・スクリプトでまとめて設定する方法: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yoohey.github.io/mermaidOnPptx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ノートの書き方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発表者メモは自由に書けます。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```mermaid id=login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User-&gt;&gt;App: ログイン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App--&gt;&gt;User: OK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417320"/>
            <a:ext cx="4967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id= で図に名前を付ける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828800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省略すると出現順に 1, 2, …。並べ替えるなら付けておくと安心です。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560320"/>
            <a:ext cx="4967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1つのノートに何個でも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971800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ブロックごとに別の図になります。メモと混ぜて書けます。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703320"/>
            <a:ext cx="4967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全角の ｀｀｀ や “ ” も OK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114800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日本語入力のまま書いても自動で直します。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846320"/>
            <a:ext cx="4967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図ごとにテーマを変える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5257800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先頭に %%{init: {"theme": "forest"}}%% と書きます。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ホームタブの3つのボタン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図を生成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表示中のスライドの図を作る・更新する。いちばんよく使うボタンです。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8218" y="1463040"/>
            <a:ext cx="351525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612538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253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4688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全スライドを更新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1546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すべてのスライドで同じことをします。テーマを変えた後にも使います。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797" y="1463040"/>
            <a:ext cx="351525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402117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02117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24688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パネルを表示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31546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テーマを選ぶ、結果を確認する、「変更が無い図も作り直す」を指定する。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エラーがあるときは、パネルが自動で開いてノートの何行目かを表示します。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図はこう更新されます</a:t>
            </a:r>
            <a:endParaRPr lang="en-US" sz="3200" dirty="0"/>
          </a:p>
        </p:txBody>
      </p:sp>
      <p:pic>
        <p:nvPicPr>
          <p:cNvPr id="3" name="Mermaid: update" descr="flowchart LR&#10;  N[&quot;ノートの&lt;br/&gt;mermaid ブロック&quot;] --&gt; Q1{&quot;同じ id の図が&lt;br/&gt;ある？&quot;}&#10;  Q1 -- ない --&gt; ADD[&quot;新しく図を入れる&quot;]&#10;  Q1 -- ある --&gt; Q2{&quot;コードとテーマが&lt;br/&gt;前と同じ？&quot;}&#10;  Q2 -- 同じ --&gt; KEEP[&quot;何もしない&quot;]&#10;  Q2 -- 違う --&gt; REP[&quot;位置と横幅を保って&lt;br/&gt;置き換える&quot;]" title="Mermaid: update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593" y="1325880"/>
            <a:ext cx="9994509" cy="310896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4572000"/>
            <a:ext cx="351525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7548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何度押しても安心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2578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変更が無い図には触りません。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38218" y="4572000"/>
            <a:ext cx="351525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66818" y="47548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コピーした図もまとめて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66818" y="52578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同じスライドの同じ id の図はすべて更新します。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127797" y="4572000"/>
            <a:ext cx="351525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56397" y="47548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消さない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56397" y="52578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ノートから消したブロックの図は残し、「対応なし」と表示します。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テーマを選べる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モダン（青）・既定</a:t>
            </a:r>
            <a:endParaRPr lang="en-US" sz="1600" dirty="0"/>
          </a:p>
        </p:txBody>
      </p:sp>
      <p:pic>
        <p:nvPicPr>
          <p:cNvPr id="5" name="テーマ見本" descr="テーマ見本: moder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2216033"/>
            <a:ext cx="4632808" cy="7800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8728" y="137160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53048" y="15544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モノトーン</a:t>
            </a:r>
            <a:endParaRPr lang="en-US" sz="1600" dirty="0"/>
          </a:p>
        </p:txBody>
      </p:sp>
      <p:pic>
        <p:nvPicPr>
          <p:cNvPr id="8" name="テーマ見本" descr="テーマ見本: mono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4488" y="2216033"/>
            <a:ext cx="4632808" cy="7800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370332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8862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ネイビー</a:t>
            </a:r>
            <a:endParaRPr lang="en-US" sz="1600" dirty="0"/>
          </a:p>
        </p:txBody>
      </p:sp>
      <p:pic>
        <p:nvPicPr>
          <p:cNvPr id="11" name="テーマ見本" descr="テーマ見本: navy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4547753"/>
            <a:ext cx="4632808" cy="78001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78728" y="370332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553048" y="38862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mermaid 標準（default）</a:t>
            </a:r>
            <a:endParaRPr lang="en-US" sz="1600" dirty="0"/>
          </a:p>
        </p:txBody>
      </p:sp>
      <p:pic>
        <p:nvPicPr>
          <p:cNvPr id="14" name="テーマ見本" descr="テーマ見本: default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44488" y="4547753"/>
            <a:ext cx="4632808" cy="78001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ほかに neutral / dark / forest。テーマはプレゼンごとに保存されます。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知っておきたいこと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対応環境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Windows 版 PowerPoint（Microsoft 365）で確認しています。Mac・Web 版は未確認です。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278728" y="141732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07328" y="1600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図は画像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07328" y="2103120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PowerPoint の図形として部分的に編集はできません。直すときはノートを直します。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70332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余白はクリックできない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89120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図を選ぶときは、線や文字の部分をクリックしてください。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278728" y="370332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「アドイン エラー」と出たら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4389120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アドインを読み込めなかったときの表示です。図とノートはそのまま残っています。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このガイドも、ノートの Mermaid で作りました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2・3・7枚目のノートを開いてみてください。アドインを入れて、ノートを直して「図を生成」を押すと図が変わります。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現在は作者が自分で使いながら試している段階です。予告なく仕様の変更や配信の停止をすることがあります。MIT ライセンスのとおり無保証です。それでもよければ、どうぞお試しください。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yoohey.github.io/mermaidOnPptx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github.com/yoohey/mermaidOnPptx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MIT License ／ 非公式（Mermaid プロジェクト・Mermaid Chart 社とは無関係）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4P_ID" val="llm"/>
  <p:tag name="M4P_SRC" val="sequenceDiagram&#10;  participant U as あなた&#10;  participant L as LLM&#10;  participant P as PowerPoint&#10;  U-&gt;&gt;L: この流れを Mermaid で書いて&#10;  L--&gt;&gt;U: Mermaid のコード&#10;  U-&gt;&gt;P: ノートに貼って「図を生成」&#10;  P--&gt;&gt;U: スライドに図（コードはノートに残る）"/>
  <p:tag name="M4P_HASH" val="2682bd578fb2a0f3"/>
  <p:tag name="M4P_VER" val="1"/>
  <p:tag name="M4P_MERMAID" val="11.12.0"/>
  <p:tag name="M4P_THEME" val="modern"/>
</p:tagLst>
</file>

<file path=ppt/tags/tag2.xml><?xml version="1.0" encoding="utf-8"?>
<p:tagLst xmlns:p="http://schemas.openxmlformats.org/presentationml/2006/main">
  <p:tag name="M4P_ID" val="flow"/>
  <p:tag name="M4P_SRC" val="flowchart LR&#10;  A[&quot;ノートに&lt;br/&gt;Mermaid を書く&quot;] --&gt; B[&quot;「図を生成」&lt;br/&gt;を押す&quot;]&#10;  B --&gt; C[&quot;スライドに&lt;br/&gt;図が入る&quot;]&#10;  C -. &quot;ノートを直して&lt;br/&gt;もう一度押す&quot; .-&gt; A"/>
  <p:tag name="M4P_HASH" val="03331f1b22b2727f"/>
  <p:tag name="M4P_VER" val="1"/>
  <p:tag name="M4P_MERMAID" val="11.12.0"/>
  <p:tag name="M4P_THEME" val="modern"/>
</p:tagLst>
</file>

<file path=ppt/tags/tag3.xml><?xml version="1.0" encoding="utf-8"?>
<p:tagLst xmlns:p="http://schemas.openxmlformats.org/presentationml/2006/main">
  <p:tag name="M4P_ID" val="update"/>
  <p:tag name="M4P_SRC" val="flowchart LR&#10;  N[&quot;ノートの&lt;br/&gt;mermaid ブロック&quot;] --&gt; Q1{&quot;同じ id の図が&lt;br/&gt;ある？&quot;}&#10;  Q1 -- ない --&gt; ADD[&quot;新しく図を入れる&quot;]&#10;  Q1 -- ある --&gt; Q2{&quot;コードとテーマが&lt;br/&gt;前と同じ？&quot;}&#10;  Q2 -- 同じ --&gt; KEEP[&quot;何もしない&quot;]&#10;  Q2 -- 違う --&gt; REP[&quot;位置と横幅を保って&lt;br/&gt;置き換える&quot;]"/>
  <p:tag name="M4P_HASH" val="dcf5ae1a4d61d19c"/>
  <p:tag name="M4P_VER" val="1"/>
  <p:tag name="M4P_MERMAID" val="11.12.0"/>
  <p:tag name="M4P_THEME" val="modern"/>
</p:tagLst>
</file>

<file path=ppt/theme/theme1.xml><?xml version="1.0" encoding="utf-8"?>
<a:theme xmlns:a="http://schemas.openxmlformats.org/drawingml/2006/main" name="m4p guide">
  <a:themeElements>
    <a:clrScheme name="m4p guide">
      <a:dk1>
        <a:srgbClr val="1F2937"/>
      </a:dk1>
      <a:lt1>
        <a:srgbClr val="FFFFFF"/>
      </a:lt1>
      <a:dk2>
        <a:srgbClr val="1E3A5F"/>
      </a:dk2>
      <a:lt2>
        <a:srgbClr val="EEF3F9"/>
      </a:lt2>
      <a:accent1>
        <a:srgbClr val="2F6FB3"/>
      </a:accent1>
      <a:accent2>
        <a:srgbClr val="E07B24"/>
      </a:accent2>
      <a:accent3>
        <a:srgbClr val="64748B"/>
      </a:accent3>
      <a:accent4>
        <a:srgbClr val="DBEAFE"/>
      </a:accent4>
      <a:accent5>
        <a:srgbClr val="FDEBD8"/>
      </a:accent5>
      <a:accent6>
        <a:srgbClr val="16A34A"/>
      </a:accent6>
      <a:hlink>
        <a:srgbClr val="2F6FB3"/>
      </a:hlink>
      <a:folHlink>
        <a:srgbClr val="6B21A8"/>
      </a:folHlink>
    </a:clrScheme>
    <a:fontScheme name="m4p guid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Mermaid on PowerPoint 利用ガイド</dc:title>
  <dc:subject>PptxGenJS Presentation</dc:subject>
  <dc:creator>PptxGenJS</dc:creator>
  <cp:lastModifiedBy>PptxGenJS</cp:lastModifiedBy>
  <cp:revision>1</cp:revision>
  <dcterms:created xsi:type="dcterms:W3CDTF">2026-10-29T11:51:29Z</dcterms:created>
  <dcterms:modified xsi:type="dcterms:W3CDTF">2026-10-29T11:51:29Z</dcterms:modified>
</cp:coreProperties>
</file>